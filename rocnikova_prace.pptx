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18A265-54FC-A701-C48C-EBF4972F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0B32224-B13F-E6D3-38C1-4965E8FB0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BBE853-C8E6-39C8-7DBA-57DD689B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E4CAD4-0531-1C4B-1E57-02661DE9E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33FB2C6-2A61-4A7E-4EBF-3FA4D921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855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7DAA94-D1AB-621A-4C0E-E724F64E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8B20FC-F2B9-F96B-5E4C-45E9A4B0B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BF2999-A8AC-87C5-6DEF-38179D30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1C28C94-8FB8-A25B-FCE7-0AC09DAE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C85AFA3-0246-BFC4-EA73-2078DD6C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10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EE60B8-F3E1-966D-70A2-9C8171D1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828FF0-7918-F764-3746-0CBBD7C9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AAF662-7DE7-63C2-DE5C-0B838D2D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FDD9068-1A51-8F16-04DE-D5183EAB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4B0912-0CE0-E91A-8C24-D1886ACC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864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E3E7CC-420F-C481-A0E4-AF851CB4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31707F-8241-6CA9-8057-D5AC254FC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F4EF419-7D15-E843-D510-328695965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042218-2CA7-35E8-FB5F-43773BC4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EBC3959-6D04-C449-81C3-0176D4132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42BFBB8-BD3F-4200-6DF1-5AD76FCC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015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2A3CB5-BEC0-AEDD-D836-8193676A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8AE8278-29FF-4B05-3EF6-6A557A0B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5FC4803-C3D8-7BCB-12FA-A24388D99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9A00F70-DF16-AB87-F048-FF958E6D3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E81E7CF-9A48-9F24-24FC-7A9987293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A5DB550-0409-06CC-3B68-B9800D5B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0C91F96-5709-FC58-FBBE-840D87DB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9063155-6CCA-D0E4-7FA5-CE615919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315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D792AB-C525-775F-7932-54ACAB26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E7D9C4A-CEC9-5D17-723D-57286657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43AB550-90E1-E150-DF92-F846830D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7E95BF5-A85D-0184-9A8E-6871E5A4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284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BB5A321-B7EE-3F61-D58B-6FDDA0F0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6A5A616-D3DF-E8A9-7407-B9A6861A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FC7D766-6EF0-03D1-4F9A-D104DC59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783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B4BC8E-BB3C-741F-0F0A-9A669024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5D291E-071B-56DB-EFF8-56F0DDC75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27B1A3A-8B5D-B554-14D5-1FBF3275A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33D8D04-A920-709B-F5E8-93F255AD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57E4B87-D191-4F7A-443B-A623CF39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063B42B-93CE-F04B-7059-E2461F3D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8821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AC2066-10F7-B11A-ADC7-0B708AB9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2E5F9DF-7D98-3132-8054-063F42958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EA86166-0432-2673-E52A-3ED8266F5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E0B9C96-F427-447D-DD60-44A8235B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A9C2106-07A4-525C-6467-5B8E3C48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B05283-33D1-6289-282B-41BE94B7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375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1F1181-8EE4-D26C-DC8B-57BC2982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6F7E295-BBE4-BDCF-09B5-901569FCB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7245219-7CB6-18B7-8A0C-D0EA64A4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F0F5BD0-BE0F-42B5-0789-69B255C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CFB2090-F4E1-C299-D81B-1E538FF1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318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A540F-C6AE-6EE6-CB56-87271EECC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99B1B74-991F-4EEB-CB57-05D0C21D0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2603129-B6F4-A854-F0C5-0434A594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1933897-D3A8-8AD5-815E-1BC2E872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363483B-2B02-CC46-5059-76B553E0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472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D329FF7-E489-616B-6653-E9D11632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7D35C1C-272B-3551-C13F-F12CAB792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83BA5D-E3EF-D219-949D-6E247350B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51C93-C815-4984-B5E0-483203B3A734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49F32A-2DF8-3172-98DB-5AEAA6E7C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D3BE7D9-7E9C-61DA-A14C-807D026EA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DE485-010E-4B49-8189-AAB8231727E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516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90FA0F9B-1F94-DB5E-4AF3-519C5F61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635433"/>
            <a:ext cx="12191999" cy="8608292"/>
          </a:xfrm>
          <a:prstGeom prst="rect">
            <a:avLst/>
          </a:prstGeom>
        </p:spPr>
      </p:pic>
      <p:sp>
        <p:nvSpPr>
          <p:cNvPr id="3" name="Podnadpis 2">
            <a:extLst>
              <a:ext uri="{FF2B5EF4-FFF2-40B4-BE49-F238E27FC236}">
                <a16:creationId xmlns:a16="http://schemas.microsoft.com/office/drawing/2014/main" id="{FC52B9A8-3D3E-C92B-6D4B-D5264147C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57250" y="3944938"/>
            <a:ext cx="9144000" cy="1655762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Matyáš Buřík</a:t>
            </a:r>
          </a:p>
        </p:txBody>
      </p:sp>
    </p:spTree>
    <p:extLst>
      <p:ext uri="{BB962C8B-B14F-4D97-AF65-F5344CB8AC3E}">
        <p14:creationId xmlns:p14="http://schemas.microsoft.com/office/powerpoint/2010/main" val="280919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9229FC-9920-1129-0D2D-329F8CC3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Vysvětlení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BFA929-8A8A-804C-B036-3735C4199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Ve městě se ztratila kočka a tvým úkolem je ji najít</a:t>
            </a:r>
          </a:p>
          <a:p>
            <a:r>
              <a:rPr lang="cs-CZ" dirty="0"/>
              <a:t>4 lokace</a:t>
            </a:r>
          </a:p>
          <a:p>
            <a:r>
              <a:rPr lang="cs-CZ" dirty="0"/>
              <a:t>Výslech postav pro nápovědy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BC64829-A119-0815-ED14-A70EEC723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49" y="3208921"/>
            <a:ext cx="5253579" cy="347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2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959684-4B58-85DF-1CD8-854D83EE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Použité technologie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0B2C7F-219F-1157-7F96-18A8D891F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C#</a:t>
            </a:r>
          </a:p>
          <a:p>
            <a:r>
              <a:rPr lang="cs-CZ" dirty="0"/>
              <a:t>WPF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31F19D1-F90F-8ECA-455D-24FA6899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681037"/>
            <a:ext cx="2481445" cy="542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0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BF3769-4D49-3B02-0FE5-DFDE89A5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hra funguje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538BDF-3563-4627-5DC2-BE778F2ED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Bar </a:t>
            </a:r>
          </a:p>
          <a:p>
            <a:r>
              <a:rPr lang="cs-CZ" dirty="0"/>
              <a:t>Policejní stanice</a:t>
            </a:r>
          </a:p>
          <a:p>
            <a:r>
              <a:rPr lang="cs-CZ" dirty="0"/>
              <a:t>Ulice</a:t>
            </a:r>
          </a:p>
          <a:p>
            <a:r>
              <a:rPr lang="cs-CZ" dirty="0"/>
              <a:t>Ulička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520FD5E-8218-704F-8FD7-A1422B5A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606" y="1352550"/>
            <a:ext cx="65482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233799-25F6-00F0-71B9-0570ACB8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Problémy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6032CB-1DBD-6B40-F73C-3C7CA0AC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Chyby v kódu</a:t>
            </a:r>
          </a:p>
          <a:p>
            <a:r>
              <a:rPr lang="cs-CZ" dirty="0"/>
              <a:t>Logika hry</a:t>
            </a:r>
          </a:p>
          <a:p>
            <a:r>
              <a:rPr lang="cs-CZ" dirty="0"/>
              <a:t>Ukládání do </a:t>
            </a:r>
            <a:r>
              <a:rPr lang="cs-CZ" dirty="0" err="1"/>
              <a:t>proměných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842081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1F8C513D868C468A8803BC1941EBC3" ma:contentTypeVersion="6" ma:contentTypeDescription="Vytvoří nový dokument" ma:contentTypeScope="" ma:versionID="ba8e48f7146a00ef2e6f51d398f9ce3d">
  <xsd:schema xmlns:xsd="http://www.w3.org/2001/XMLSchema" xmlns:xs="http://www.w3.org/2001/XMLSchema" xmlns:p="http://schemas.microsoft.com/office/2006/metadata/properties" xmlns:ns3="c02c98dc-d26e-489c-b5c8-fa2bc1ae77c6" targetNamespace="http://schemas.microsoft.com/office/2006/metadata/properties" ma:root="true" ma:fieldsID="6e78603ebdac7ae2ad7cdc7e8feca99e" ns3:_="">
    <xsd:import namespace="c02c98dc-d26e-489c-b5c8-fa2bc1ae77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2c98dc-d26e-489c-b5c8-fa2bc1ae77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2c98dc-d26e-489c-b5c8-fa2bc1ae77c6" xsi:nil="true"/>
  </documentManagement>
</p:properties>
</file>

<file path=customXml/itemProps1.xml><?xml version="1.0" encoding="utf-8"?>
<ds:datastoreItem xmlns:ds="http://schemas.openxmlformats.org/officeDocument/2006/customXml" ds:itemID="{0633B406-D989-4FD6-8734-71AA5E782E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2c98dc-d26e-489c-b5c8-fa2bc1ae77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4959A8-837F-43E1-B603-D1BDCAA894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7F1819-2D52-4CCB-8CAA-34CB64381461}">
  <ds:schemaRefs>
    <ds:schemaRef ds:uri="http://purl.org/dc/elements/1.1/"/>
    <ds:schemaRef ds:uri="http://purl.org/dc/dcmitype/"/>
    <ds:schemaRef ds:uri="http://schemas.microsoft.com/office/2006/documentManagement/types"/>
    <ds:schemaRef ds:uri="c02c98dc-d26e-489c-b5c8-fa2bc1ae77c6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42</Words>
  <Application>Microsoft Office PowerPoint</Application>
  <PresentationFormat>Širokoúhlá obrazovka</PresentationFormat>
  <Paragraphs>17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Motiv Office</vt:lpstr>
      <vt:lpstr>Prezentace aplikace PowerPoint</vt:lpstr>
      <vt:lpstr>Vysvětlení</vt:lpstr>
      <vt:lpstr>Použité technologie</vt:lpstr>
      <vt:lpstr>Jak hra funguje</vt:lpstr>
      <vt:lpstr>Problémy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Matyáš Buřík</dc:creator>
  <cp:lastModifiedBy>Matyáš Buřík</cp:lastModifiedBy>
  <cp:revision>2</cp:revision>
  <dcterms:created xsi:type="dcterms:W3CDTF">2026-06-12T11:25:44Z</dcterms:created>
  <dcterms:modified xsi:type="dcterms:W3CDTF">2026-06-12T11:56:34Z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0x010100531F8C513D868C468A8803BC1941EBC3</vt:lpwstr>
  </property>
</Properties>
</file>